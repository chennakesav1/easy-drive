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in Manufacturing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Technology Drives Efficiency, Cost Reduction &amp; Smart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processes = delays, errors, losses</a:t>
            </a:r>
          </a:p>
          <a:p>
            <a:r>
              <a:t>IT systems = speed, accuracy,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Planning (ERP)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production using data</a:t>
            </a:r>
          </a:p>
          <a:p>
            <a:r>
              <a:t>Avoid overproduction &amp; shortages</a:t>
            </a:r>
          </a:p>
          <a:p>
            <a:r>
              <a:t>Real-time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Smart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Machines controlled by software</a:t>
            </a:r>
          </a:p>
          <a:p>
            <a:r>
              <a:t>Sensors detect issues instantly</a:t>
            </a:r>
          </a:p>
          <a:p>
            <a:r>
              <a:t>Less human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&amp; cameras detect defects</a:t>
            </a:r>
          </a:p>
          <a:p>
            <a:r>
              <a:t>Consistent product quality</a:t>
            </a:r>
          </a:p>
          <a:p>
            <a:r>
              <a:t>Reduce waste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Barcode &amp; scanning systems</a:t>
            </a:r>
          </a:p>
          <a:p>
            <a:r>
              <a:t>Real-time stock updates</a:t>
            </a:r>
          </a:p>
          <a:p>
            <a:r>
              <a:t>Low stock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materials &amp; deliveries</a:t>
            </a:r>
          </a:p>
          <a:p>
            <a:r>
              <a:t>Better vendor coordination</a:t>
            </a:r>
          </a:p>
          <a:p>
            <a:r>
              <a:t>Faster logistics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demand trends</a:t>
            </a:r>
          </a:p>
          <a:p>
            <a:r>
              <a:t>Identify production issues</a:t>
            </a:r>
          </a:p>
          <a:p>
            <a:r>
              <a:t>Better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machine failures</a:t>
            </a:r>
          </a:p>
          <a:p>
            <a:r>
              <a:t>Reduce downtime</a:t>
            </a:r>
          </a:p>
          <a:p>
            <a:r>
              <a:t>Increase machine life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Role (Operations)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issues</a:t>
            </a:r>
          </a:p>
          <a:p>
            <a:r>
              <a:t>Use data for decisions</a:t>
            </a:r>
          </a:p>
          <a:p>
            <a:r>
              <a:t>Improve service uptime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Manual, slow, errors</a:t>
            </a:r>
          </a:p>
          <a:p>
            <a:r>
              <a:t>After: Automated, fast, accurate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cost</a:t>
            </a:r>
          </a:p>
          <a:p>
            <a:r>
              <a:t>Higher efficiency</a:t>
            </a:r>
          </a:p>
          <a:p>
            <a:r>
              <a:t>Better customer satisfaction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Manufacturing without IT is slow</a:t>
            </a:r>
          </a:p>
          <a:p>
            <a:r>
              <a:t>Manufacturing with IT is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